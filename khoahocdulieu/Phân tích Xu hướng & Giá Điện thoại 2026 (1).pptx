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902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058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Tùy chỉnh</PresentationFormat>
  <Paragraphs>0</Paragraphs>
  <Slides>11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1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11</vt:i4>
      </vt:variant>
    </vt:vector>
  </HeadingPairs>
  <TitlesOfParts>
    <vt:vector size="13" baseType="lpstr">
      <vt:lpstr>Calibri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Duc Viet</cp:lastModifiedBy>
  <cp:revision>1</cp:revision>
  <dcterms:created xsi:type="dcterms:W3CDTF">2026-06-20T18:16:15Z</dcterms:created>
  <dcterms:modified xsi:type="dcterms:W3CDTF">2026-06-20T18:18:21Z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2026-06-20T00:00:00Z</vt:filetime>
  </property>
  <property fmtid="{D5CDD505-2E9C-101B-9397-08002B2CF9AE}" pid="3" name="LastSaved">
    <vt:filetime>2026-06-20T00:00:00Z</vt:filetime>
  </property>
  <property fmtid="{D5CDD505-2E9C-101B-9397-08002B2CF9AE}" pid="4" name="Producer">
    <vt:lpwstr>3-Heights(TM) PDF Security Shell 4.8.25.2 (http://www.pdf-tools.com)</vt:lpwstr>
  </property>
</Properties>
</file>